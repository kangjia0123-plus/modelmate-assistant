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928be212924e36" /><Relationship Type="http://schemas.openxmlformats.org/officeDocument/2006/relationships/extended-properties" Target="/docProps/app.xml" Id="Rba41ef3669684415" /><Relationship Type="http://schemas.openxmlformats.org/officeDocument/2006/relationships/officeDocument" Target="/ppt/presentation.xml" Id="R4bd2934a3b3a46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bca53890504db4"/>
  </p:sldMasterIdLst>
  <p:notesMasterIdLst>
    <p:notesMasterId xmlns:r="http://schemas.openxmlformats.org/officeDocument/2006/relationships" r:id="R27b54eec873646d6"/>
  </p:notesMasterIdLst>
  <p:sldIdLst>
    <p:sldId xmlns:r="http://schemas.openxmlformats.org/officeDocument/2006/relationships" id="256" r:id="Re2bf76bc40b0437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5b13d359f944e4" /><Relationship Type="http://schemas.openxmlformats.org/officeDocument/2006/relationships/slideMaster" Target="/ppt/slideMasters/slideMaster1.xml" Id="R98bca53890504db4" /><Relationship Type="http://schemas.openxmlformats.org/officeDocument/2006/relationships/notesMaster" Target="/ppt/notesMasters/notesMaster1.xml" Id="R27b54eec873646d6" /><Relationship Type="http://schemas.openxmlformats.org/officeDocument/2006/relationships/presProps" Target="/ppt/presProps.xml" Id="R16cd8ad901464586" /><Relationship Type="http://schemas.openxmlformats.org/officeDocument/2006/relationships/viewProps" Target="/ppt/viewProps.xml" Id="R7634becafd904216" /><Relationship Type="http://schemas.openxmlformats.org/officeDocument/2006/relationships/tableStyles" Target="/ppt/tableStyles.xml" Id="Rf533f5455545484d" /><Relationship Type="http://schemas.openxmlformats.org/officeDocument/2006/relationships/slide" Target="/ppt/slides/slide1.xml" Id="Re2bf76bc40b043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f3fd0622f741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c38936fcd741fb" /><Relationship Type="http://schemas.openxmlformats.org/officeDocument/2006/relationships/notesMaster" Target="/ppt/notesMasters/notesMaster1.xml" Id="Ra8ee24a0edf54e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67b0d74f084e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6ffc2b8ea042aa" /><Relationship Type="http://schemas.openxmlformats.org/officeDocument/2006/relationships/slideLayout" Target="/ppt/slideLayouts/slideLayout1.xml" Id="R2eb8c99017be4a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b8c99017be4a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6e507087404ac6" /><Relationship Type="http://schemas.openxmlformats.org/officeDocument/2006/relationships/image" Target="/ppt/media/image.jpeg" Id="R7761b4e0683546da" /><Relationship Type="http://schemas.openxmlformats.org/officeDocument/2006/relationships/notesSlide" Target="/ppt/notesSlides/notesSlide1.xml" Id="R5c038b6844e54e8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61b4e0683546da"/>
          <a:srcRect xmlns:a="http://schemas.openxmlformats.org/drawingml/2006/main" l="0" t="3757" r="0" b="37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6378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2026-06-05T20:04:18.8940000Z</dcterms:created>
  <dcterms:modified xsi:type="dcterms:W3CDTF">2026-06-05T20:04:18.8940000Z</dcterms:modified>
</coreProperties>
</file>